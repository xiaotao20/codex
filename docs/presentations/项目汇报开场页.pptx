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a49664dbc94026" /><Relationship Type="http://schemas.openxmlformats.org/officeDocument/2006/relationships/extended-properties" Target="/docProps/app.xml" Id="Rc8ce2baea21f4e84" /><Relationship Type="http://schemas.openxmlformats.org/officeDocument/2006/relationships/officeDocument" Target="/ppt/presentation.xml" Id="Rff8b5e6d06b3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3420cc13c40ae"/>
  </p:sldMasterIdLst>
  <p:notesMasterIdLst>
    <p:notesMasterId xmlns:r="http://schemas.openxmlformats.org/officeDocument/2006/relationships" r:id="Re546d182bb6f4120"/>
  </p:notesMasterIdLst>
  <p:sldIdLst>
    <p:sldId xmlns:r="http://schemas.openxmlformats.org/officeDocument/2006/relationships" id="256" r:id="R3d9d1e01f22d49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3420cc13c40ae" /><Relationship Type="http://schemas.openxmlformats.org/officeDocument/2006/relationships/theme" Target="/ppt/theme/theme1.xml" Id="R263d16c553804309" /><Relationship Type="http://schemas.openxmlformats.org/officeDocument/2006/relationships/notesMaster" Target="/ppt/notesMasters/notesMaster1.xml" Id="Re546d182bb6f4120" /><Relationship Type="http://schemas.openxmlformats.org/officeDocument/2006/relationships/presProps" Target="/ppt/presProps.xml" Id="R9aecdf7bd17849c1" /><Relationship Type="http://schemas.openxmlformats.org/officeDocument/2006/relationships/viewProps" Target="/ppt/viewProps.xml" Id="R0996ca45cbd34471" /><Relationship Type="http://schemas.openxmlformats.org/officeDocument/2006/relationships/tableStyles" Target="/ppt/tableStyles.xml" Id="Rdb6a79a30e064bc0" /><Relationship Type="http://schemas.openxmlformats.org/officeDocument/2006/relationships/slide" Target="/ppt/slides/slide1.xml" Id="R3d9d1e01f22d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5e50164e36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261636e6364698" /><Relationship Type="http://schemas.openxmlformats.org/officeDocument/2006/relationships/notesMaster" Target="/ppt/notesMasters/notesMaster1.xml" Id="R9d52b385b95a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348ad44344f4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0efcb279ad49d1" /><Relationship Type="http://schemas.openxmlformats.org/officeDocument/2006/relationships/slideLayout" Target="/ppt/slideLayouts/slideLayout2.xml" Id="Rfa9e13055c7a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e13055c7a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7b715808b4486" /><Relationship Type="http://schemas.openxmlformats.org/officeDocument/2006/relationships/notesSlide" Target="/ppt/notesSlides/notesSlide1.xml" Id="R7f4c3496d47844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40DF75-FE99-45CC-ADEC-3F74C518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C005C-C10E-4CF3-9551-D7142D5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9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70B21-73E4-4D2B-8862-CFF6D647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45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4EE99-3214-49B1-BD79-DCEDCE0C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EB207-4EC2-459E-8CBC-BBDE7F6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3D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3DE"/>
                </a:solidFill>
                <a:latin typeface="Aptos"/>
                <a:ea typeface="Aptos"/>
                <a:cs typeface="Aptos"/>
              </a:rPr>
              <a:t>开场页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EEE9-57E3-43ED-AA66-471CC47A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829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项目汇报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17B5C-38C4-4EA8-8D19-00D712F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1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1EA"/>
                </a:solidFill>
                <a:latin typeface="Aptos"/>
                <a:ea typeface="Aptos"/>
                <a:cs typeface="Aptos"/>
              </a:rPr>
              <a:t>战略、进展与下一阶段计划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8D5B7-C6C3-4DBC-B41C-5994997D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B0573-D818-41A1-AE76-CEDF037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495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E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DEE8"/>
                </a:solidFill>
                <a:latin typeface="Aptos"/>
                <a:ea typeface="Aptos"/>
                <a:cs typeface="Aptos"/>
              </a:rPr>
              <a:t>这是一页可直接替换标题、副标题与汇报人信息的通用商务开场页，适合方案汇报、项目复盘或阶段性进展汇报。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BAF0F-793D-479E-9A5E-974116D7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1"/>
                </a:solidFill>
                <a:latin typeface="Aptos"/>
                <a:ea typeface="Aptos"/>
                <a:cs typeface="Aptos"/>
              </a:rPr>
              <a:t>汇报人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0A6CB-26F8-40CE-8068-4F84B7C7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你的名字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50525-AC7A-49E6-98EC-A8A32A9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57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1"/>
                </a:solidFill>
                <a:latin typeface="Aptos"/>
                <a:ea typeface="Aptos"/>
                <a:cs typeface="Aptos"/>
              </a:rPr>
              <a:t>部门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000AA-7777-41D2-B567-79F27FEC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055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你的团队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45921-FFA4-41BF-97AC-8CE261E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57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1"/>
                </a:solidFill>
                <a:latin typeface="Aptos"/>
                <a:ea typeface="Aptos"/>
                <a:cs typeface="Aptos"/>
              </a:rPr>
              <a:t>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22A7E-441D-4017-9212-91AF35E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2026.05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B56FE-8304-491C-A3F5-6B29D91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4114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4"/>
          </a:solidFill>
          <a:ln xmlns:a="http://schemas.openxmlformats.org/drawingml/2006/main" w="9525">
            <a:solidFill>
              <a:srgbClr val="E4DB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02421-A874-4954-8142-956DB59F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811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83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3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68B1E-B9C5-4B8E-8D81-187696A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62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033"/>
                </a:solidFill>
                <a:latin typeface="Aptos"/>
                <a:ea typeface="Aptos"/>
                <a:cs typeface="Aptos"/>
              </a:rPr>
              <a:t>核心目标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BCF47-28FD-4A09-A182-E16051B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430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先把这次汇报最想让听众记住的一句话放在这里。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0E9BA-7401-42A5-8206-9C328396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114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7"/>
          </a:solidFill>
          <a:ln xmlns:a="http://schemas.openxmlformats.org/drawingml/2006/main" w="9525">
            <a:solidFill>
              <a:srgbClr val="D9C6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517A6-9147-4CA0-815D-181A60EB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83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3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FBEA6-152A-4717-8F75-243872B9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033"/>
                </a:solidFill>
                <a:latin typeface="Aptos"/>
                <a:ea typeface="Aptos"/>
                <a:cs typeface="Aptos"/>
              </a:rPr>
              <a:t>当前进展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7259B-CDE4-41D0-A443-90EA3814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用一行短句概括阶段成果、关键数据或里程碑。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C075B-2CD3-47D3-96DC-14B3CAB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4114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4"/>
          </a:solidFill>
          <a:ln xmlns:a="http://schemas.openxmlformats.org/drawingml/2006/main" w="9525">
            <a:solidFill>
              <a:srgbClr val="E4DB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2EAFA-1FC0-4395-B5D2-9D5A236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83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3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BDE1B-9738-4E9A-BCA2-B240B64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033"/>
                </a:solidFill>
                <a:latin typeface="Aptos"/>
                <a:ea typeface="Aptos"/>
                <a:cs typeface="Aptos"/>
              </a:rPr>
              <a:t>下一步计划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74041-7351-4B7E-A75A-02B1BE5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强调接下来三到六周最重要的动作与预期结果。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25121-58D3-47FB-8B3D-7DB342FE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把主题换掉，这页就能直接作为你的封面。</a:t>
            </a:r>
          </a:p>
        </p:txBody>
      </p:sp>
    </p:spTree>
    <p:extLst>
      <p:ext uri="{BB962C8B-B14F-4D97-AF65-F5344CB8AC3E}">
        <p14:creationId xmlns:p14="http://schemas.microsoft.com/office/powerpoint/2010/main" val="1179262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2026-05-11T07:17:50.2250000Z</dcterms:created>
  <dcterms:modified xsi:type="dcterms:W3CDTF">2026-05-11T07:17:50.2250000Z</dcterms:modified>
</coreProperties>
</file>